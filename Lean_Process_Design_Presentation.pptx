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Value Creation Through Lean Process Design in Manufacturing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Lean manufacturing helps reduce waste and improve productivity.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manufacturing waste and optimize processes.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Lean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5S, Kaizen, JIT, Kanban, Value Stream Mapping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Smartphone manufacturing process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Inventory waste, defects, waiting 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Better workflow and inventory management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Reduced lead time and defect rate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Lean process design creates customer value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